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today: show Kim the three directions, explain why V3, agree next steps, and collect what I need — the drawings and the domain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everything is built and live at a link she can click on her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all three on the laptop here. Let her tap Gritty on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for Kim: this is not decoration, it is the difference between a site that supports the books and one that quietly undermines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Lab — Angela Duckworth’s grit organization — shut down in 2024. The parents and teachers who used it have nowhere to go. That gap is an opening for Gritty.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her: no AI-generated Gritty, ever. If a pose is needed, we ask her to draw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done. Phase 2 is Gritty’s World — the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Things she can change herself: buy links, new books, character portraits, printables, all the words on the home and about pages, and new Grit Zone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detail for me, not the slide: apex resolves to 23.227.38.65 (Shopify), www to 23.92.26.113. Cloudflare Pages needs either nameserver delegation or a CNAME. Update astro.config.mjs site URL once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let the list feel like homework. Closed eyes is the one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opening V3 on her phone and letting her press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it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051560"/>
            <a:ext cx="3246120" cy="39684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with Gritty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2606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 — where it stands, and what happens next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3429000"/>
            <a:ext cx="3977640" cy="566928"/>
          </a:xfrm>
          <a:prstGeom prst="roundRect">
            <a:avLst>
              <a:gd name="adj" fmla="val 50000"/>
            </a:avLst>
          </a:prstGeom>
          <a:solidFill>
            <a:srgbClr val="7FA86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429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Grit. Grow Strong. Never Quit!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806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Adam  ·  All character art by Kim Rekowski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I’ve done so far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58368" cy="65836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5453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full design versions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built and clickable, not a mockup — so you can react to something real.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658368" cy="658368"/>
          </a:xfrm>
          <a:prstGeom prst="ellipse">
            <a:avLst/>
          </a:prstGeom>
          <a:solidFill>
            <a:srgbClr val="D9A93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98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84378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 and studies reviewed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2644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children’s book sites in the world, and what child-development research says actually works.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97096"/>
            <a:ext cx="658368" cy="658368"/>
          </a:xfrm>
          <a:prstGeom prst="ellipse">
            <a:avLst/>
          </a:prstGeom>
          <a:solidFill>
            <a:srgbClr val="7FA86B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4197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1422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already built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56285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Meet Gritty, a page for each of your four books, About You, and the Grown-Up Grit Guide.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decided. You pick the direction — and mixing pieces from different versions is a perfectly good answer.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directions I built for you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3371393" cy="406908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v1-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82496"/>
            <a:ext cx="2969057" cy="1746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3529584"/>
            <a:ext cx="2969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" y="3785616"/>
            <a:ext cx="29690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Sheet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41248" y="4261104"/>
            <a:ext cx="296905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sample page: your colors, your lettering, one book card. Everything sits still.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95521" y="1481328"/>
            <a:ext cx="3371393" cy="406908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v2-c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89" y="1682496"/>
            <a:ext cx="2969057" cy="1746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6689" y="3529584"/>
            <a:ext cx="2969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96689" y="3785616"/>
            <a:ext cx="29690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Meadow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4596689" y="4261104"/>
            <a:ext cx="296905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becomes a place. Gritty stands in a meadow and reacts when children tap him.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50962" y="1481328"/>
            <a:ext cx="3371393" cy="4069080"/>
          </a:xfrm>
          <a:prstGeom prst="roundRect">
            <a:avLst>
              <a:gd name="adj" fmla="val 3255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50962" y="1481328"/>
            <a:ext cx="3371393" cy="4069080"/>
          </a:xfrm>
          <a:prstGeom prst="roundRect">
            <a:avLst>
              <a:gd name="adj" fmla="val 3255"/>
            </a:avLst>
          </a:prstGeom>
          <a:solidFill>
            <a:srgbClr val="FAF6EC"/>
          </a:solidFill>
          <a:ln w="31750">
            <a:solidFill>
              <a:srgbClr val="D9A93F"/>
            </a:solidFill>
            <a:prstDash val="solid"/>
          </a:ln>
        </p:spPr>
      </p:sp>
      <p:pic>
        <p:nvPicPr>
          <p:cNvPr id="15" name="Image 2" descr="v3-car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30" y="1682496"/>
            <a:ext cx="2969057" cy="1746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2130" y="3529584"/>
            <a:ext cx="2969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E7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352130" y="3785616"/>
            <a:ext cx="29690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Alive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8352130" y="4261104"/>
            <a:ext cx="296905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Gritty breathes and his lines shimmer like hand-drawn animation. Every activity rebuilt around the research.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041026" y="12984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9A93F"/>
          </a:solidFill>
          <a:ln/>
        </p:spPr>
      </p:sp>
      <p:sp>
        <p:nvSpPr>
          <p:cNvPr id="20" name="Text 15"/>
          <p:cNvSpPr/>
          <p:nvPr/>
        </p:nvSpPr>
        <p:spPr>
          <a:xfrm>
            <a:off x="10041026" y="12984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PICK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live — you can click between them at the top of any page.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research changed my mind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 built into Version 2 turned out to work against your books. Version 3 undoes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67712"/>
            <a:ext cx="502920" cy="502920"/>
          </a:xfrm>
          <a:prstGeom prst="ellipse">
            <a:avLst/>
          </a:prstGeom>
          <a:solidFill>
            <a:srgbClr val="8A6414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12140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Sticker charts that show what you haven’t earned yet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50545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grey stickers actually reduce a child’s own motivation. Now stickers only appear for what a child has already done — souvenirs, never a scoreboard.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730752"/>
            <a:ext cx="502920" cy="502920"/>
          </a:xfrm>
          <a:prstGeom prst="ellipse">
            <a:avLst/>
          </a:prstGeom>
          <a:solidFill>
            <a:srgbClr val="8A6414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358444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Rewarding a child for pressing “YET”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9684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encouragement pays out, it becomes a transaction. Pressing YET now earns nothing at all.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64608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5193792"/>
            <a:ext cx="502920" cy="502920"/>
          </a:xfrm>
          <a:prstGeom prst="ellipse">
            <a:avLst/>
          </a:prstGeom>
          <a:solidFill>
            <a:srgbClr val="8A6414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2688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504748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“YET!” on its own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43153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Dweck calls effort-praise with no strategy “false growth mindset.” Now Gritty names the real thing — “you can’t tie your laces… yet” — and offers one idea to try.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research actually says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large studies, not opinions — and they shaped real decisions on your site.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3371393" cy="2743200"/>
          </a:xfrm>
          <a:prstGeom prst="roundRect">
            <a:avLst>
              <a:gd name="adj" fmla="val 4000"/>
            </a:avLst>
          </a:prstGeom>
          <a:solidFill>
            <a:srgbClr val="2A567C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12848"/>
            <a:ext cx="28593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A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96112" y="3127248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3493008"/>
            <a:ext cx="285932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promised rewards reduce children’s own motivation.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5521" y="1993392"/>
            <a:ext cx="3371393" cy="2743200"/>
          </a:xfrm>
          <a:prstGeom prst="roundRect">
            <a:avLst>
              <a:gd name="adj" fmla="val 4000"/>
            </a:avLst>
          </a:prstGeom>
          <a:solidFill>
            <a:srgbClr val="2A567C"/>
          </a:solidFill>
          <a:ln/>
        </p:spPr>
      </p:sp>
      <p:sp>
        <p:nvSpPr>
          <p:cNvPr id="9" name="Text 7"/>
          <p:cNvSpPr/>
          <p:nvPr/>
        </p:nvSpPr>
        <p:spPr>
          <a:xfrm>
            <a:off x="4651553" y="2212848"/>
            <a:ext cx="28593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DD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651553" y="3127248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51553" y="3493008"/>
            <a:ext cx="285932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tap-to-play features do nothing for story understanding — games made it worse.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0962" y="1993392"/>
            <a:ext cx="3371393" cy="2743200"/>
          </a:xfrm>
          <a:prstGeom prst="roundRect">
            <a:avLst>
              <a:gd name="adj" fmla="val 4000"/>
            </a:avLst>
          </a:prstGeom>
          <a:solidFill>
            <a:srgbClr val="2A567C"/>
          </a:solidFill>
          <a:ln/>
        </p:spPr>
      </p:sp>
      <p:sp>
        <p:nvSpPr>
          <p:cNvPr id="13" name="Text 11"/>
          <p:cNvSpPr/>
          <p:nvPr/>
        </p:nvSpPr>
        <p:spPr>
          <a:xfrm>
            <a:off x="8406994" y="2212848"/>
            <a:ext cx="28593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8C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406994" y="3127248"/>
            <a:ext cx="28593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6994" y="3493008"/>
            <a:ext cx="285932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harm falls hardest on children with least support at home.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D9A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claim you can make that no competitor can: “there’s nothing to tap during the story — and here’s the research why.” Teachers forward that.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drawing, brought to life</a:t>
            </a:r>
            <a:endParaRPr lang="en-US" sz="3400" dirty="0"/>
          </a:p>
        </p:txBody>
      </p:sp>
      <p:pic>
        <p:nvPicPr>
          <p:cNvPr id="3" name="Image 0" descr="y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81328"/>
            <a:ext cx="5257800" cy="2615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81328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Version 3, Gritty breathes, and his outline shimmers the way hand-inked cartoons do — all from the single drawing you already gave me. Nothing was redrawn by a computer.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7889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I’d love you to draw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32688" y="3383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Gritty with his eyes closed — just the two eyes, so he can blink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your own Gritty twice, as close as you can — that makes his lines shimmer for real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it. Two small things.</a:t>
            </a:r>
            <a:endParaRPr lang="en-US" sz="1400" dirty="0"/>
          </a:p>
        </p:txBody>
      </p:sp>
      <p:pic>
        <p:nvPicPr>
          <p:cNvPr id="8" name="Image 1" descr="shel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315968"/>
            <a:ext cx="5257800" cy="1883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257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Blinking is the single strongest sign of life a character can have — old animation studios cut arms and legs from cartoons so they could afford to animate the eyes.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itself is already built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working pages, waiting on your final artwork and buy links.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203704"/>
            <a:ext cx="457200" cy="457200"/>
          </a:xfrm>
          <a:prstGeom prst="ellipse">
            <a:avLst/>
          </a:prstGeom>
          <a:solidFill>
            <a:srgbClr val="BDD7E7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6464" y="2121408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69464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Gritty welcomes visitors, the four values, all four books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5521" y="1965960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3265" y="2203704"/>
            <a:ext cx="457200" cy="457200"/>
          </a:xfrm>
          <a:prstGeom prst="ellipse">
            <a:avLst/>
          </a:prstGeom>
          <a:solidFill>
            <a:srgbClr val="BDD7E7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3265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81905" y="2121408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Gritty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3265" y="2569464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Gritty and his whole family, and “what is grit?”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0962" y="1965960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8706" y="2203704"/>
            <a:ext cx="457200" cy="457200"/>
          </a:xfrm>
          <a:prstGeom prst="ellipse">
            <a:avLst/>
          </a:prstGeom>
          <a:solidFill>
            <a:srgbClr val="BDD7E7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8706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37346" y="2121408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books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8706" y="2569464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book — story, lesson, characters, a grit challenge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50208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" y="4187952"/>
            <a:ext cx="457200" cy="457200"/>
          </a:xfrm>
          <a:prstGeom prst="ellipse">
            <a:avLst/>
          </a:prstGeom>
          <a:solidFill>
            <a:srgbClr val="BDD7E7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26464" y="4105656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Grown-Up Grit Guide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" y="4553712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printables and conversation starters for parents and teachers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5521" y="3950208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3265" y="4187952"/>
            <a:ext cx="457200" cy="457200"/>
          </a:xfrm>
          <a:prstGeom prst="ellipse">
            <a:avLst/>
          </a:prstGeom>
          <a:solidFill>
            <a:srgbClr val="BDD7E7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33265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81905" y="4105656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you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33265" y="4553712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as a teacher, author and illustrator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0962" y="3950208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0962" y="3950208"/>
            <a:ext cx="3371393" cy="1572768"/>
          </a:xfrm>
          <a:prstGeom prst="roundRect">
            <a:avLst>
              <a:gd name="adj" fmla="val 6977"/>
            </a:avLst>
          </a:prstGeom>
          <a:solidFill>
            <a:srgbClr val="FAF6EC"/>
          </a:solidFill>
          <a:ln w="25400">
            <a:solidFill>
              <a:srgbClr val="7FA8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8706" y="4187952"/>
            <a:ext cx="457200" cy="457200"/>
          </a:xfrm>
          <a:prstGeom prst="ellipse">
            <a:avLst/>
          </a:prstGeom>
          <a:solidFill>
            <a:srgbClr val="7FA86B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88706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37346" y="4105656"/>
            <a:ext cx="24569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collected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88706" y="4553712"/>
            <a:ext cx="2895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sign-ups, no ads, no tracking — anywhere on the site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on the internet yet — that happens when you’re happy with the look and we point the web address at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you’ll change things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code, ever. You fill in a form on a web page, press Save, and the site updates in about two minutes.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566928" cy="56692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38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one bookmark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677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called Pages CMS. You sign in once and never think about it again.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566928" cy="56692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what to change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2278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list down the side: Books, Characters, Printables, Home page, About.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566928" cy="56692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8404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in the boxes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1879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filling in a form. Upload a PDF or a drawing by dragging it 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18888"/>
            <a:ext cx="566928" cy="56692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818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8006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 Save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5148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later it’s live for everyone. Every version is kept, so nothing is ever lost.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650992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6509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break it. A half-finished form just doesn’t show that bit yet — and any change can be undone.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address: polkadotbackpack.com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53312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CF3D9"/>
          </a:solidFill>
          <a:ln w="25400">
            <a:solidFill>
              <a:srgbClr val="D9A9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353312"/>
            <a:ext cx="10296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 — that address is already in use. It currently points at a Shopify store, and www points somewhere different again. So before anything moves, I need to know what’s there.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you buy it? (GoDaddy, Namecheap, Shopify…)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for that account — or you drive and I’ll talk you through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on the Shopify store now, and is it staying?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an email address there, like kim@polkadotbackpack.com?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choice to make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55080" y="2852928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852928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7FA8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3072384"/>
            <a:ext cx="475488" cy="475488"/>
          </a:xfrm>
          <a:prstGeom prst="ellipse">
            <a:avLst/>
          </a:prstGeom>
          <a:solidFill>
            <a:srgbClr val="7FA86B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3072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30175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Gritty takes the main address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78040" y="33649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polkadotbackpack.com becomes the book site; the shop moves to shop.polkadotbackpack.com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270248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4270248"/>
            <a:ext cx="5166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489704"/>
            <a:ext cx="475488" cy="475488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44348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Gritty gets its own address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78040" y="478231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stays exactly as it is, and the books live somewhere like growingwithgritty.com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that’s decided the technical side is about twenty minutes, and the site gets a padlock (https) automatically — free, forever.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3371393" cy="3794760"/>
          </a:xfrm>
          <a:prstGeom prst="roundRect">
            <a:avLst>
              <a:gd name="adj" fmla="val 3255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810512"/>
            <a:ext cx="548640" cy="548640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22741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542032"/>
            <a:ext cx="285932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Gritty with closed eyes (just the eyes)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traces of your own Gritty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Portraits of Grandpa, Gabby, Grandma, Gibby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your book pages, inside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5521" y="1572768"/>
            <a:ext cx="3371393" cy="3794760"/>
          </a:xfrm>
          <a:prstGeom prst="roundRect">
            <a:avLst>
              <a:gd name="adj" fmla="val 3255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1553" y="1810512"/>
            <a:ext cx="548640" cy="548640"/>
          </a:xfrm>
          <a:prstGeom prst="ellipse">
            <a:avLst/>
          </a:prstGeom>
          <a:solidFill>
            <a:srgbClr val="7FA86B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51553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9921" y="1865376"/>
            <a:ext cx="22741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&amp; files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51553" y="2542032"/>
            <a:ext cx="285932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buy each book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coloring pages as PDFs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you’d change in the words I wrote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0962" y="1572768"/>
            <a:ext cx="3371393" cy="3794760"/>
          </a:xfrm>
          <a:prstGeom prst="roundRect">
            <a:avLst>
              <a:gd name="adj" fmla="val 3255"/>
            </a:avLst>
          </a:prstGeom>
          <a:solidFill>
            <a:srgbClr val="FAF6EC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6994" y="1810512"/>
            <a:ext cx="548640" cy="548640"/>
          </a:xfrm>
          <a:prstGeom prst="ellipse">
            <a:avLst/>
          </a:prstGeom>
          <a:solidFill>
            <a:srgbClr val="2C5F8A"/>
          </a:solidFill>
          <a:ln/>
          <a:effectLst>
            <a:outerShdw sx="100000" sy="100000" kx="0" ky="0" algn="bl" rotWithShape="0" blurRad="1778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06994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65362" y="1865376"/>
            <a:ext cx="22741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06994" y="2542032"/>
            <a:ext cx="285932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you like — or which bits of each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Shopify store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want school-visit info on the site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urgent, and none of it has to arrive together. Send things as you finish them.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6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D9A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38528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pick a direction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66360" y="151790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all three on your phone. Tell me what feels right and what doesn’t.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BDD7E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140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38528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finish the look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66360" y="235915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apply your choice across every page and send it back to you.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55264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BDD7E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5526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sort the address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320040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 together to point polkadotbackpack.com where we agree.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BDD7E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965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38528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the keys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404164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up your editing page and walk you through it once on a call.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A8CE9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377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38528" y="4901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Gritty’s World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488289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activities — the Grit Zone, the Calm Corner, the Power of YET.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5000"/>
            </a:avLst>
          </a:prstGeom>
          <a:solidFill>
            <a:srgbClr val="2A567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BDD7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“There’s no hurry. Gritty will be here.”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with Gritty — website plan for Kim</dc:title>
  <dc:subject>PptxGenJS Presentation</dc:subject>
  <dc:creator>Adam Hickey</dc:creator>
  <cp:lastModifiedBy>Adam Hickey</cp:lastModifiedBy>
  <cp:revision>1</cp:revision>
  <dcterms:created xsi:type="dcterms:W3CDTF">2026-08-24T17:11:40Z</dcterms:created>
  <dcterms:modified xsi:type="dcterms:W3CDTF">2026-08-24T17:11:40Z</dcterms:modified>
</cp:coreProperties>
</file>